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8288000" cy="10287000"/>
  <p:notesSz cx="6858000" cy="9144000"/>
  <p:embeddedFontLst>
    <p:embeddedFont>
      <p:font typeface="X5 Sans" panose="020B0403020203020204" pitchFamily="34" charset="0"/>
      <p:regular r:id="rId40"/>
      <p:bold r:id="rId41"/>
    </p:embeddedFont>
    <p:embeddedFont>
      <p:font typeface="X5 Sans Medium" panose="020B0403020203020204" pitchFamily="34" charset="0"/>
      <p:regular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01"/>
  </p:normalViewPr>
  <p:slideViewPr>
    <p:cSldViewPr snapToGrid="0">
      <p:cViewPr varScale="1">
        <p:scale>
          <a:sx n="73" d="100"/>
          <a:sy n="73" d="100"/>
        </p:scale>
        <p:origin x="51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Заголовок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две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строки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3718"/>
              </a:lnSpc>
              <a:buNone/>
              <a:defRPr sz="36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Пояснение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основной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мысли</a:t>
            </a:r>
            <a:endParaRPr sz="36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 и список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 темы вместе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со структурированными тезисами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Текстовый блок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можно подробно раскрыть тему, дать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контекст или объяснить логику решения.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Текстовый блок поддерживает несколько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небольших абзацев и помогает подготовить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читателя к тезисам в соседней колонке</a:t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Ключевые пункты</a:t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96154"/>
              </a:lnSpc>
              <a:buFont typeface="+mj-lt"/>
              <a:buAutoNum type="arabicPeriod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Нумерованный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marL="342900" indent="-342900" algn="l">
              <a:lnSpc>
                <a:spcPct val="96154"/>
              </a:lnSpc>
              <a:buFont typeface="Arial" panose="020B0604020202020204" pitchFamily="34" charset="0"/>
              <a:buChar char="•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Маркированный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9717BA5A-DB76-2947-8980-397B0219845D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10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20920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Важное число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Крупное число привлекает внимание к главному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результату, а краткое пояснение раскрывает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его значение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042"/>
              </a:lnSpc>
              <a:buNone/>
              <a:def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100 500 000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можно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написать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краткое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: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что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означает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показатель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за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какой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период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он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рассчитан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7E366F20-A8E6-B048-AFEC-96231A2D35E4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11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103343063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Как прошла неделя?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Что запомнили?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Акция подняла выручку на 16%. Успех?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Что такое каннибализация своими словами?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Промо — вмешательство.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Эффект = мир с акцией минус мир без неё.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«До/после» и «выручка выросла» — не эффект.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Из чего состоит эффект скидки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состав Δмаржи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+/−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+ прирост заказов (реальный инкремент)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+ частота (частично — сдвиг из будущего)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− маржа на ВСЕХ акционных заказах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− каннибализация: купили бы дороже — купили дешевле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− привыкание ждать скидку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итог «успешной» акции −2…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Выручка +16%, а инкрементная маржа — минус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−1,3 млн ₽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60% акционных заказов — каннибализация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Сезон контроля: +2% и без акции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Точки роста: порог от корзины, таргет спящим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реакция на скидку нелине…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У глубины скидки есть оптимум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10w − 4w²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«Дать больше» ≠ «получить больше»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Кривая ответа — то, что мы измеряем и оптимизируем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Персональные промокоды и лояльность — законно.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Разные ценники «по паспорту» — ценовая дискриминация, запрещено.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Границу проговаривайте заранее.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Что дальше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Домашнее задание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Пересчитать последнюю акцию: инкремент против контрфакта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Урок 5.2 — DiD, PSM, пороги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1212</Words>
  <Application>Microsoft Macintosh PowerPoint</Application>
  <DocSecurity>0</DocSecurity>
  <PresentationFormat>Произвольный</PresentationFormat>
  <Paragraphs>455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X5 Sans</vt:lpstr>
      <vt:lpstr>Arial</vt:lpstr>
      <vt:lpstr>X5 Sans Medium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Valer.Morozova</cp:lastModifiedBy>
  <cp:revision>59</cp:revision>
  <dcterms:created xsi:type="dcterms:W3CDTF">2026-10-02T18:21:13Z</dcterms:created>
  <dcterms:modified xsi:type="dcterms:W3CDTF">2026-10-05T10:12:24Z</dcterms:modified>
</cp:coreProperties>
</file>