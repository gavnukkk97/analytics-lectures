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1 · УРОК 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Аналитическая функция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Кто и как превращает данные в решения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Чем продуктовый аналитик отличается от маркетингового?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Вам принесли вопрос: «блогеры же работают?». Что вы ответите?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Аналитик — не «делает графики».
Его продукт — решение, принятое на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Цикл работы аналитика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6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шагов цикла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Вопрос бизнеса — обычно сформулирован плохо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Уточнение: какое решение изменится от ответа?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Перевод в метрику и метод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Данные: есть ли разметка? можно ли доверять?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Анализ с оговорками → рекомендация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Фиксация решения — и цикл заново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Карта ролей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791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Роль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Основной вопрос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Артефакт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Маркетинговый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какие каналы приводят и почём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отчёты, атрибуция, юнит-экономика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Продуктовый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что юзеры делают внутри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воронки, A/B-тесты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BI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как доставить данные до бизнеса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витрины, дашборды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Data Scientist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что предскажут модели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прогнозы, скоринги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Исследователь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что думает и чувствует юзер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опросы, интервью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теста хорошего вопроса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Тест решения: ответ изменит действие?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Тест измеримости: метрику можно посчитать честно?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Тест стоимости: анализ дешевле цены ошибки?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Постановка = метрика + сравнение + горизонт + кто решает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Отчёт, который никто не читает, —
вопрос, не прошедший тест решения.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Переформулировать 3 вопроса из работы через три теста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Прочитать план: модуль М1 — цели маркетинга (урок 1.2)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