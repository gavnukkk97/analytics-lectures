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FA3C4"/>
                </a:solidFill>
                <a:latin typeface="Arial"/>
              </a:rPr>
              <a:t>МОДУЛЬ 1 · УРОК 1.1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1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Аналитическая функция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9496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EB9CE"/>
                </a:solidFill>
                <a:latin typeface="Arial"/>
              </a:rPr>
              <a:t>Кто и как превращает данные в решения</a:t>
            </a:r>
          </a:p>
          <a:p>
            <a:pPr algn="l"/>
            <a:r>
              <a:rPr sz="1600" b="0">
                <a:solidFill>
                  <a:srgbClr val="AEB9CE"/>
                </a:solidFill>
                <a:latin typeface="Arial"/>
              </a:rPr>
              <a:t>Кирилл Садчиков · маркетинговая аналитика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Arial"/>
              </a:rPr>
              <a:t>Как прошла неделя?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Чем продуктовый аналитик отличается от маркетингового?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Вам принесли вопрос: «блогеры же работают?». Что вы ответите?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/>
            </a:r>
          </a:p>
          <a:p>
            <a:pPr algn="l"/>
            <a:r>
              <a:rPr sz="1800" b="0">
                <a:solidFill>
                  <a:srgbClr val="6B7280"/>
                </a:solidFill>
                <a:latin typeface="Arial"/>
              </a:rPr>
              <a:t>Что запомнили с прошлого урока? Что хотели бы проверить у себя на работе?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167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A44"/>
                </a:solidFill>
                <a:latin typeface="Arial"/>
              </a:rPr>
              <a:t>Аналитик — не «делает графики».
Его продукт — решение, принятое на данных.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rial"/>
              </a:rPr>
              <a:t>Цикл работы аналитика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E8590C"/>
                </a:solidFill>
                <a:latin typeface="Arial"/>
              </a:rPr>
              <a:t>6</a:t>
            </a:r>
          </a:p>
          <a:p>
            <a:pPr algn="ctr"/>
            <a:r>
              <a:rPr sz="1500" b="0">
                <a:solidFill>
                  <a:srgbClr val="6B7280"/>
                </a:solidFill>
                <a:latin typeface="Arial"/>
              </a:rPr>
              <a:t>шагов цикла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737360"/>
            <a:ext cx="7159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Вопрос бизнеса — обычно сформулирован плохо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Уточнение: какое решение изменится от ответа?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Перевод в метрику и метод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Данные: есть ли разметка? можно ли доверять?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Анализ с оговорками → рекомендация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Фиксация решения — и цикл заново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rial"/>
              </a:rPr>
              <a:t>Карта ролей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1109167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791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Роль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Основной вопрос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Артефакт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Маркетинговый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какие каналы приводят и почём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отчёты, атрибуция, юнит-экономика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Продуктовый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что юзеры делают внутри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воронки, A/B-тесты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BI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как доставить данные до бизнеса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витрины, дашборды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Data Scientist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что предскажут модели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прогнозы, скоринги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Исследователь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что думает и чувствует юзер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опросы, интервью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55448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>
                <a:solidFill>
                  <a:srgbClr val="E8590C"/>
                </a:solidFill>
                <a:latin typeface="Arial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9319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Arial"/>
              </a:rPr>
              <a:t>теста хорошего вопроса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1737360"/>
            <a:ext cx="5760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Тест решения: ответ изменит действие?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Тест измеримости: метрику можно посчитать честно?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Тест стоимости: анализ дешевле цены ошибки?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Постановка = метрика + сравнение + горизонт + кто решает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167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A44"/>
                </a:solidFill>
                <a:latin typeface="Arial"/>
              </a:rPr>
              <a:t>Отчёт, который никто не читает, —
вопрос, не прошедший тест решения.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Что дальше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51760"/>
            <a:ext cx="1109167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9E1EF"/>
                </a:solidFill>
                <a:latin typeface="Arial"/>
              </a:rPr>
              <a:t>→ Переформулировать 3 вопроса из работы через три теста</a:t>
            </a:r>
          </a:p>
          <a:p>
            <a:pPr algn="l"/>
            <a:r>
              <a:rPr sz="2000" b="0">
                <a:solidFill>
                  <a:srgbClr val="D9E1EF"/>
                </a:solidFill>
                <a:latin typeface="Arial"/>
              </a:rPr>
              <a:t>→ Прочитать план: модуль М1 — цели маркетинга (урок 1.2)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A3C4"/>
                </a:solidFill>
                <a:latin typeface="Arial"/>
              </a:rPr>
              <a:t>Курс «Маркетинговая аналитика» · драфт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