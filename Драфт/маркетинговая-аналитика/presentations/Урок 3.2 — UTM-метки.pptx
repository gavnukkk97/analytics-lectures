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3 · УРОК 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UTM-метки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Гигиена данных, без которой аналитика мертва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Что случится, если написать utm_source=Yandex с большой буквы?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Как отличить 3 блогеров в отчёте?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5 параметров UTM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9167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791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Параметр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Обяз.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Что кодирует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utm_source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площадка: yandex, vk, email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utm_medium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тип трафика: cpc, cpm,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utm_campaign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да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кампания: spring_msk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utm_content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креатив: banner_top, {creative_id}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utm_term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ключевое: {keyword}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Правила нейминга — не обсуждаются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5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железных правил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Только латиница, транслит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Регистр важен: yandex ≠ Yandex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Дефис/подчёркивание, никаких пробелов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Единый порядок: source → medium → campaign → content → term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30%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бюджета месяца — в слепой зоне из-за ошибок разметки (аудит «ЕдаДома»)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Без medium — трафик в «не определён»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Кириллица и пробелы — обрезанные ссылки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Регистр размножает каналы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3 блогера без content — одна строка отчёта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Макросы вместо рук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{creative_id}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вместо ad1/ad2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{campaign_id}, {creative_id}, {keyword}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1000 кампаний без 1000 ручных ссылок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Вклад каждого креатива виден отдельно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Справочник имён — джойном с API кабинета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Разметка — мост: сегменты из продукта → кампании →
эффект обратно в данные.
Без продуктовой ценности UTM — бухгалтерия каналов.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Аудит 10 ссылок своей команды + справочник UTM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Урок 3.3 — немаркируемые каналы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