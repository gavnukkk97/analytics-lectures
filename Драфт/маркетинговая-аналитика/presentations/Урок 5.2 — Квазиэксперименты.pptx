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9"/>
  </p:notesMasterIdLst>
  <p:sldIdLst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8288000" cy="10287000"/>
  <p:notesSz cx="6858000" cy="9144000"/>
  <p:embeddedFontLst>
    <p:embeddedFont>
      <p:font typeface="X5 Sans" panose="020B0403020203020204" pitchFamily="34" charset="0"/>
      <p:regular r:id="rId40"/>
      <p:bold r:id="rId41"/>
    </p:embeddedFont>
    <p:embeddedFont>
      <p:font typeface="X5 Sans Medium" panose="020B0403020203020204" pitchFamily="34" charset="0"/>
      <p:regular r:id="rId4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ADE"/>
    <a:srgbClr val="C4C5C6"/>
    <a:srgbClr val="E6E7E9"/>
    <a:srgbClr val="DFD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/>
    <p:restoredTop sz="94601"/>
  </p:normalViewPr>
  <p:slideViewPr>
    <p:cSldViewPr snapToGrid="0">
      <p:cViewPr varScale="1">
        <p:scale>
          <a:sx n="73" d="100"/>
          <a:sy n="73" d="100"/>
        </p:scale>
        <p:origin x="51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EFEF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Заголовок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две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строки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3718"/>
              </a:lnSpc>
              <a:buNone/>
              <a:defRPr sz="36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Пояснение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основной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мысли</a:t>
            </a:r>
            <a:endParaRPr sz="36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998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 и список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 темы вместе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со структурированными тезисами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Текстовый блок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можно подробно раскрыть тему, дать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контекст или объяснить логику решения.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Текстовый блок поддерживает несколько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небольших абзацев и помогает подготовить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читателя к тезисам в соседней колонке</a:t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Ключевые пункты</a:t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933950"/>
            <a:ext cx="7620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457200" indent="-457200" algn="l">
              <a:lnSpc>
                <a:spcPct val="96154"/>
              </a:lnSpc>
              <a:buFont typeface="+mj-lt"/>
              <a:buAutoNum type="arabicPeriod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Нумерованный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marL="342900" indent="-342900" algn="l">
              <a:lnSpc>
                <a:spcPct val="96154"/>
              </a:lnSpc>
              <a:buFont typeface="Arial" panose="020B0604020202020204" pitchFamily="34" charset="0"/>
              <a:buChar char="•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Маркированный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9717BA5A-DB76-2947-8980-397B0219845D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10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2092069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Важное число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Крупное число привлекает внимание к главному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результату, а краткое пояснение раскрывает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его значение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042"/>
              </a:lnSpc>
              <a:buNone/>
              <a:def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100 500 000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можно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написать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краткое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: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что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означает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показатель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за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какой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период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он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рассчитан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7E366F20-A8E6-B048-AFEC-96231A2D35E4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11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103343063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Как прошла неделя?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Что запомнили?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Промокод прислали всем спящим. Как оценить эффект чес…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Что такое «параллельные тренды»?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Лестница Купера: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A/B → квазиэксперимент → каузальная модель.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Чем ниже — тем обязательнее валидация.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DiD — разность разностей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гео-кампании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DiD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Тест-гео vs контроль, до и после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Первая разность: постоянные отличия городов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Вторая: сезон и рынок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Допущение: параллельные тренды — проверять пре-периодом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корзины у порога «скидка…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RDD: сравнение в узком окне = почти эксперимент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600" b="0">
                <a:solidFill>
                  <a:srgbClr val="3A3A3A"/>
                </a:solidFill>
                <a:latin typeface="X5 Sans Medium"/>
              </a:rPr>
              <a:t>2980 vs 3020 ₽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Проверки: ковариаты, плотность у порога, плацебо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Пороговые механики проектируйте заранее — это готовая оценка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100" b="0">
                <a:solidFill>
                  <a:srgbClr val="3A3A3A"/>
                </a:solidFill>
                <a:latin typeface="X5 Sans Medium"/>
              </a:rPr>
              <a:t>PSM — двойники для воспользовавшихся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связка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PSM+DiD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Селекция: скидку берут самые живые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Матчинг по наблюдаемым признакам, SMD &lt; 0,1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Лечит только наблюдаемое → комбинировать с DiD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Sensitivity: какой ненаблюдаемый фактор сломал бы вывод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κ воспроизведения эталон…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Валидация Купера: взять завершённый A/B,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200" b="0">
                <a:solidFill>
                  <a:srgbClr val="3A3A3A"/>
                </a:solidFill>
                <a:latin typeface="X5 Sans Medium"/>
              </a:rPr>
              <a:t>0,84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смешать группы, «забыть» метки, прогнать DML —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модель должна восстановить эффект теста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Широкий ДИ = решение не принимается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Что дальше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Домашнее задание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Найти естественный шов в своей последней кампании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Урок 5.3 — аллокация бюджета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3720</TotalTime>
  <Words>1212</Words>
  <Application>Microsoft Macintosh PowerPoint</Application>
  <DocSecurity>0</DocSecurity>
  <PresentationFormat>Произвольный</PresentationFormat>
  <Paragraphs>455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2" baseType="lpstr">
      <vt:lpstr>Calibri</vt:lpstr>
      <vt:lpstr>X5 Sans</vt:lpstr>
      <vt:lpstr>Arial</vt:lpstr>
      <vt:lpstr>X5 Sans Medium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Valer.Morozova</cp:lastModifiedBy>
  <cp:revision>59</cp:revision>
  <dcterms:created xsi:type="dcterms:W3CDTF">2026-10-02T18:21:13Z</dcterms:created>
  <dcterms:modified xsi:type="dcterms:W3CDTF">2026-10-05T10:12:24Z</dcterms:modified>
</cp:coreProperties>
</file>