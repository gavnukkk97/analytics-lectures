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5 · УРОК 5.2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Квазиэксперименты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DiD, PSM и пороги, когда А/Б невозможен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Промокод прислали всем спящим. Как оценить эффект честно?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Что такое «параллельные тренды»?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Лестница Купера:
A/B → квазиэксперимент → каузальная модель.
Чем ниже — тем обязательнее валидация.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DiD — разность разностей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DiD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гео-кампании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Тест-гео vs контроль, до и после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Первая разность: постоянные отличия городов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Вторая: сезон и рынок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Допущение: параллельные тренды — проверять пре-периодом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2980 vs 3020 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корзины у порога «скидка от 3000» почти неразличимы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RDD: сравнение в узком окне = почти эксперимент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Проверки: ковариаты, плотность у порога, плацебо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Пороговые механики проектируйте заранее — это готовая оценка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PSM — двойники для воспользовавшихся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PSM+DiD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связка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Селекция: скидку берут самые живые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Матчинг по наблюдаемым признакам, SMD &lt; 0,1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Лечит только наблюдаемое → комбинировать с DiD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Sensitivity: какой ненаблюдаемый фактор сломал бы вывод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0,84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κ воспроизведения эталона — только потом модель в прод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Валидация Купера: взять завершённый A/B,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смешать группы, «забыть» метки, прогнать DML —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модель должна восстановить эффект теста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Широкий ДИ = решение не принимается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Найти естественный шов в своей последней кампании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Урок 5.3 — аллокация бюджета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