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Почему last-click «не видит» ТВ?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Брендовые запросы выросли на 25%. Поздравлять?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ТВ не кликается.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Оно меняет память — а память приходит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через брендовый запрос и прямой заход.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Пик-анализ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после вылета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пик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База брендовых запросов ДО (с сезоном!)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Вылеты роликов из медиаплана на динамике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Пик = «вспомнили», затухание = память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Рядом: direct, установки, брендовый CTR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приростных новых юзеров 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Тест-гео: +64, контроль: +7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+57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Расход ÷ прирост = «CAC ТВ» ≈ 940 ₽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Дешевле контекста? Нет. Но растит весь рынок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Органика и бренд-кампании подешевели на 6%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Иерархия методов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этажа методов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6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Гео-эксперимент (DiD) — инкрементальность, золото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MMM — все каналы, история 1–2 года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Пик-анализ + опросы/промокоды — быстро, прокси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Опросы врут памятью, промокод честнее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Пики без контроля «докажут» эффективность чего угодно: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сезон, праздник и конкурент всегда рядом.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Пик-анализ своей последней кампании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Модуль М4 — сквозная аналитика и атрибуция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