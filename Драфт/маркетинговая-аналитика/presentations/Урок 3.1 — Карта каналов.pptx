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FA3C4"/>
                </a:solidFill>
                <a:latin typeface="Arial"/>
              </a:rPr>
              <a:t>МОДУЛЬ 3 · УРОК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Карта каналов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Где брать трафик и чем это измерять</a:t>
            </a:r>
          </a:p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Кирилл Садчиков · маркетинговая аналитика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Arial"/>
              </a:rPr>
              <a:t>Как прошла неделя?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Какие 2 главные цели маркетинга?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Ваш самый дешёвый канал по CPO — хороший ли он?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Что запомнили с прошлого урока? Что хотели бы проверить у себя на работе?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Карта каналов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9167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5791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Группа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Примеры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Скорость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Измеримость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Платный перформанс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контекст, таргет, ритейл-медиа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мгновенно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UTM-трекинг — полная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SEO / органика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поиск, маркетплейсы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6–12 мес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реферер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Инфлюенсеры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блогеры, Telegram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среднее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UTM + промокоды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Кросс-промо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свои базы, пуши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мгновенно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deep-links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Офлайн/медийное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ТВ, радио, наружка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недели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НЕ размечается — спецметоды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Поиск ловит спрос.
Медийка и ТВ его формируют.
Блогеры конвертируют доверием.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Быстрые деньги и игла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2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стратегии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Перформанс: мгновенно, дорожает (аукцион)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Активы: SEO, бренд, рефералы — медленно и дёшево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Сигнал иглы: LTV/CAC &lt; 1–3, CAC ползёт при ровном LTV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Действие: строить активы и поднимать LTV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Единый CPO для всех каналов —
систематическая несправедливость к верху воронки.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900 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«CAC» ТВ-теста против 420 ₽ у контекста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Но: брендовые запросы +38%, direct +12%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Органика и бренд-кампании подешевели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ТВ оценивают эффектом на весь рынок, не прямыми заказами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Метод — гео-сравнение (урок 3.3)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Карта каналов своей компании: канал → метрика → риск</a:t>
            </a:r>
          </a:p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Урок 3.2 — UTM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3C4"/>
                </a:solidFill>
                <a:latin typeface="Arial"/>
              </a:rPr>
              <a:t>Курс «Маркетинговая аналитика» · драфт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