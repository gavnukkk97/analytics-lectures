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Какие 2 главные цели маркетинга?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Ваш самый дешёвый канал по CPO — хороший ли он?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400" b="0">
                <a:solidFill>
                  <a:srgbClr val="3A3A3A"/>
                </a:solidFill>
                <a:latin typeface="X5 Sans Medium"/>
              </a:rPr>
              <a:t>Карта каналов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Группа · Примеры · Скорость · Измеримость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Платный перформанс  |  контекст, таргет, ритейл-медиа  |  мгновенно  |  UTM-трекинг — полная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SEO / органика  |  поиск, маркетплейсы  |  6–12 мес  |  реферер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Инфлюенсеры  |  блогеры, Telegram  |  среднее  |  UTM + промокоды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Кросс-промо  |  свои базы, пуши  |  мгновенно  |  deep-links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Офлайн/медийное  |  ТВ, радио, наружка  |  недели  |  НЕ размечается — спецметоды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Поиск ловит спрос.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Медийка и ТВ его формируют.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Блогеры конвертируют доверием.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Быстрые деньги и игла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стратегии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5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Перформанс: мгновенно, дорожает (аукцион)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Активы: SEO, бренд, рефералы — медленно и дёшево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Сигнал иглы: LTV/CAC &lt; 1–3, CAC ползёт при ровном LTV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Действие: строить активы и поднимать LTV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Единый CPO для всех каналов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систематическая несправедливость к верху воронки.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«CAC» ТВ-теста против 42…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Но: брендовые запросы +38%, direct +12%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900 ₽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Органика и бренд-кампании подешевели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ТВ оценивают эффектом на весь рынок, не прямыми заказами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Метод — гео-сравнение (урок 3.3)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Карта каналов своей компании: канал → метрика → риск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3.2 — UTM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