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2 · УРОК 2.3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LTV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Сколько пользователь приносит за всю жизнь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Чему равен LTV? Правильный ответ: «как вы его считали?»</a:t>
            </a:r>
          </a:p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LTV/CAC = 3 — что за правило?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LTV = накопленная МАРЖА по периодам жизни.
Выручка, бесконечный горизонт и «средний по базе» — три главных завышения.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Четыре способа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91672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59436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Способ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Как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Когда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1. Прикидка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ARPU × lifetime × маржа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порядок величины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2. Юнит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маржа клиента − CAC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финальная строка экономики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3. Когортный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фактическая маржа когорты / размер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отчётность (ждать горизонт)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4. Прогнозный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ботстрап кривых, BG/NBD, 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молодые когорты, с валидацией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≥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ориентир LTV/CAC (1–3 — осторожно, &lt; 1 — сжигаем)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LTV и CAC — одних когорт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LTV по марже против полных расходов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Смотрите горизонт окупаемости: 24 мес ≠ 3 мес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Ловушки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8590C"/>
                </a:solidFill>
                <a:latin typeface="Arial"/>
              </a:rPr>
              <a:t>4</a:t>
            </a:r>
          </a:p>
          <a:p>
            <a:pPr algn="ctr"/>
            <a:r>
              <a:rPr sz="1500" b="0">
                <a:solidFill>
                  <a:srgbClr val="6B7280"/>
                </a:solidFill>
                <a:latin typeface="Arial"/>
              </a:rPr>
              <a:t>главные ловушки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1737360"/>
            <a:ext cx="71597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Lifetime = 1/churn врёт при «хвостатом» retention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LTV старых клиентов о новых когортах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Один LTV на все каналы (а они различаются на десятки %)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  <a:p>
            <a:pPr algn="l"/>
            <a:r>
              <a:rPr sz="2000" b="0">
                <a:solidFill>
                  <a:srgbClr val="333333"/>
                </a:solidFill>
                <a:latin typeface="Arial"/>
              </a:rPr>
              <a:t>Смешение времён: LTV прошлогодних, CAC сегодняшних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На наших данных один и тот же «LTV ЕдаДома» —
590 ₽ (факт 12 нед), 670 ₽ (прикидка), 760 ₽ (прогноз 24 нед).
Расхождение — это разные ответы на разные вопросы.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2,4×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во столько раз форма кривой retention меняет LTV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Стабильный churn 20% → LTV 750 ₽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Churn 20% → 5% после 3 мес → LTV ≈ 1815 ₽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Форма кривой решает больше, чем средний churn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Посчитать LTV всеми 4 способами на когортах из 2.2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Урок 2.4 — метрики продукта и бренда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