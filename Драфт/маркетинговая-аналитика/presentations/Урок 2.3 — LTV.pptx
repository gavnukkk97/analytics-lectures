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2 · УРОК 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LTV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Сколько пользователь приносит за всю жизнь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Чему равен LTV? Правильный ответ: «как вы его считали?»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LTV/CAC = 3 — что за правило?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LTV = накопленная МАРЖА по периодам жизни.
Выручка, бесконечный горизонт и «средний по базе» — три главных завышения.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Четыре способа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9167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9436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Способ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Как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Когда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1. Прикидка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ARPU × lifetime × маржа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порядок величины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2. Юнит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маржа клиента − CAC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финальная строка экономики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3. Когортный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фактическая маржа когорты / размер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отчётность (ждать горизонт)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4. Прогнозный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ботстрап кривых, BG/NBD,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молодые когорты, с валидацией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≥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ориентир LTV/CAC (1–3 — осторожно, &lt; 1 — сжигаем)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LTV и CAC — одних когорт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LTV по марже против полных расходов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Смотрите горизонт окупаемости: 24 мес ≠ 3 мес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Ловушки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4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главные ловушки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Lifetime = 1/churn врёт при «хвостатом» retention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LTV старых клиентов о новых когортах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Один LTV на все каналы (а они различаются на десятки %)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Смешение времён: LTV прошлогодних, CAC сегодняшних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На наших данных один и тот же «LTV ЕдаДома» —
590 ₽ (факт 12 нед), 670 ₽ (прикидка), 760 ₽ (прогноз 24 нед).
Расхождение — это разные ответы на разные вопросы.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2,4×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во столько раз форма кривой retention меняет LTV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Стабильный churn 20% → LTV 750 ₽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Churn 20% → 5% после 3 мес → LTV ≈ 1815 ₽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Форма кривой решает больше, чем средний churn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Посчитать LTV всеми 4 способами на когортах из 2.2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Урок 2.4 — метрики продукта и бренда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