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Чему равен LTV? Правильный ответ: «как вы его считали?»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LTV/CAC = 3 — что за правило?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LTV = накопленная МАРЖА по периодам жизни.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Выручка, бесконечный горизонт и «средний по базе» — три главных завышения.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400" b="0">
                <a:solidFill>
                  <a:srgbClr val="3A3A3A"/>
                </a:solidFill>
                <a:latin typeface="X5 Sans Medium"/>
              </a:rPr>
              <a:t>Четыре способа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548640" y="2377440"/>
            <a:ext cx="17190720" cy="6949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 Medium"/>
              </a:rPr>
              <a:t>Способ · Как · Когда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1. Прикидка  |  ARPU × lifetime × маржа  |  порядок величины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2. Юнит  |  маржа клиента − CAC  |  финальная строка экономики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3. Когортный  |  фактическая маржа когорты / размер  |  отчётность (ждать горизонт)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4. Прогнозный  |  ботстрап кривых, BG/NBD, ML  |  молодые когорты, с валидацией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ориентир LTV/CAC (1–3 — 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LTV и CAC — одних когорт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≥ 3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LTV по марже против полных расходов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Смотрите горизонт окупаемости: 24 мес ≠ 3 мес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Ловушки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главные ловушки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6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Lifetime = 1/churn врёт при «хвостатом» retention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LTV старых клиентов о новых когортах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Один LTV на все каналы (а они различаются на десятки %)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Смешение времён: LTV прошлогодних, CAC сегодняшних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На наших данных один и тот же «LTV ЕдаДома» —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590 ₽ (факт 12 нед), 670 ₽ (прикидка), 760 ₽ (прогноз 24 нед).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Расхождение — это разные ответы на разные вопросы.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во столько раз форма кри…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Стабильный churn 20% → LTV 750 ₽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2,4×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Churn 20% → 5% после 3 мес → LTV ≈ 1815 ₽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Форма кривой решает больше, чем средний churn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Посчитать LTV всеми 4 способами на когортах из 2.2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Урок 2.4 — метрики продукта и бренда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