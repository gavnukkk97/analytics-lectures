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2 · УРОК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Карта метрик маркетинга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Система вместо списка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CAC и CPA — в чём разница?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ROAS 5 при марже 18% — это хорошо? (посчитайте в голове)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Список из 30 метрик — винегрет.
Метрики работают системой: деньги сверху, рычаги снизу.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Привлечение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Формула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Комментарий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расходы / новые КЛИЕНТЫ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клиент = первый заказ, не регистрация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расходы / действия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действие ≠ клиент; CPA &lt; CAC всегда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CPC / CTR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расходы / клики; клики / показы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метрики закупки и креатива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ROMI / ДРР / ROAS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(выручка−расход)/расход; расходы/выручка; выручка/расходы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семья «отдачи»; всегда пересчитывайте в маржу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1/0,18 ≈ 5,6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пороговый ROAS при марже 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ROAS 5 (выручка 10 млн на рекламу 2 млн) — убыток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ROAS без маржи — любимая ловушка отчётов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ДРР = доля рекламных расходов в выручке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Дерево метрик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GMV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= произведение рычагов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GMV = MAU × заказы/юзера × средний чек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Каждый лист — рычаг; у рычага — контр-метрика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CTR ↑ → следи конверсию (кликбейт)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Чек ↑ → следи частоту и возвраты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Закон Гудхарта: метрика-цель перестаёт мерить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Уровни метрик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4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уровня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Бизнес: выручка, маржа, GMV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Продуктовые: retention, activation, NSM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Интерфейсные (UX): CES, успешность задач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Платформенные: латентность, сбои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Уровень выбирается под вопрос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NRR &gt; 100% — это про выручку, не про людей:
старые платят больше, но их может быть меньше.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Построить дерево метрик своего продукта (2 уровня)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2.2 — retention и когорты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