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FA3C4"/>
                </a:solidFill>
                <a:latin typeface="Arial"/>
              </a:rPr>
              <a:t>МОДУЛЬ 4 · УРОК 4.1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16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Сквозная 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9496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Сшиваем клики, продукт и деньги</a:t>
            </a:r>
          </a:p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Кирилл Садчиков · маркетинговая аналитика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Arial"/>
              </a:rPr>
              <a:t>Как прошла неделя?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Почему Директ показывает 1000 конверсий, а CRM — 640?</a:t>
            </a:r>
          </a:p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Зачем хранить ВСЕ касания, а не первый/последний?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Что запомнили с прошлого урока? Что хотели бы проверить у себя на работе?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Сквозная аналитика — не сервис, а дисциплина сшивки:
один пользователь — одна строка — вся история от касания до LTV.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Слои и ключи сшивки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11091672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224"/>
                <a:gridCol w="3697224"/>
                <a:gridCol w="3697224"/>
              </a:tblGrid>
              <a:tr h="59436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Слой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Данные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Ключ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Кабинеты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показы, клики, расходы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yclid / gclid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Веб/приложение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сессии, события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cookie / device_id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Аккаунт + CRM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заказы, оплаты, LTV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user_id (главный)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Офлайн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покупки в магазине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карта / телефон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Где рвётся цепочка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8590C"/>
                </a:solidFill>
                <a:latin typeface="Arial"/>
              </a:rPr>
              <a:t>5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rial"/>
              </a:rPr>
              <a:t>разрывов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737360"/>
            <a:ext cx="71597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Кросс-девайс: смотрел с телефона, купил с компа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Блокировщики и ATT: часть показов невидима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Офлайн-покупки мимо веба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Окна атрибуции платформ режут историю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Разные определения конверсии у каждой системы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>
                <a:solidFill>
                  <a:srgbClr val="E8590C"/>
                </a:solidFill>
                <a:latin typeface="Arial"/>
              </a:rPr>
              <a:t>82%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93192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Arial"/>
              </a:rPr>
              <a:t>юзеров «ЕдаДома» имеют ≥1 касания с UTM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17373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11% — organic/direct с историей показов (view-through)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7% — кросс-девайс потерян до регистрации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Из юнит-таблицы: CAC, LTV когорт, retention каналов — один запрос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CDP — промышленная сшивка.
До трёх источников хватает своей юнит-таблицы —
дешевле и прозрачнее.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51760"/>
            <a:ext cx="110916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Спланировать юнит-таблицу своего продукта (поля + ключи)</a:t>
            </a:r>
          </a:p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Урок 4.2 — пять моделей атрибуции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A3C4"/>
                </a:solidFill>
                <a:latin typeface="Arial"/>
              </a:rPr>
              <a:t>Курс «Маркетинговая аналитика» · драфт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