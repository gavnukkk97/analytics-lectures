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6 · УРОК 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Конкуренты и 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Разведка + репертуарные решётки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Как узнать, что конкурент запустил? (5 способов)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Почему нельзя спрашивать «какие у нас преимущества?»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Арсенал разведки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110916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5791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Источник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Что даёт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Осторожно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SimilarWeb / AppMagic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трафик и каналы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оценка, ±50% на малых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Медиаскоп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выходы и объёмы рекламы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стоимость — модельная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Отчётность, инвест-презы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стратегия, экономика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рисуют красиво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Вакансии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что строят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сигнал, не факт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Парсинг, люди, конференции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витрина и контекст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легальность, NDA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Реверс-инжиниринг — не «срисовать фичу»,
а понять механику и её экономику:
какая метрика, какой сегмент, какая маржа.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Репертуарная решётка (Келли)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триады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метод выявления осей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Элементы: 5–8 брендов + «идеал»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Триады: чем двое похожи, отличны от третьего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Ответы = конструкты — оси САМОГО респондента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Матрица элементы × конструкты → карта восприятия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85%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насколько люди воспроизводят собственные прошлые ответы — планка для синтетики (Park 2024)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Решётка — разведка (n=10–20)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Квант по её осям на панели (n=300+) — доказательства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Пустые клетки карты = свободные позиции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На карте «ЕдаДома»: «широкая кухня» не коррелирует с выбором —
не доплачивайте за ассортимент. Свободна клетка «быстрая + заботится».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Мини-решётка на 5 элементов своего рынка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М7 — ИИ в аналитике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