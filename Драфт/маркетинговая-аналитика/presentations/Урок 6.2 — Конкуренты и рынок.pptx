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Как узнать, что конкурент запустил? (5 способов)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Почему нельзя спрашивать «какие у нас преимущества?»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500" b="0">
                <a:solidFill>
                  <a:srgbClr val="3A3A3A"/>
                </a:solidFill>
                <a:latin typeface="X5 Sans Medium"/>
              </a:rPr>
              <a:t>Арсенал разведки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17190720" cy="6949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 Medium"/>
              </a:rPr>
              <a:t>Источник · Что даёт · Осторожно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SimilarWeb / AppMagic  |  трафик и каналы  |  оценка, ±50% на малых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Медиаскоп  |  выходы и объёмы рекламы  |  стоимость — модельная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Отчётность, инвест-презы  |  стратегия, экономика  |  рисуют красиво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Вакансии  |  что строят  |  сигнал, не факт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Парсинг, люди, конференции  |  витрина и контекст  |  легальность, NDA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Реверс-инжиниринг — не «срисовать фичу»,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а понять механику и её экономику: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какая метрика, какой сегмент, какая маржа.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700" b="0">
                <a:solidFill>
                  <a:srgbClr val="3A3A3A"/>
                </a:solidFill>
                <a:latin typeface="X5 Sans Medium"/>
              </a:rPr>
              <a:t>Репертуарная решётка (Келли)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метод выявления осей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триады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Элементы: 5–8 брендов + «идеал»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Триады: чем двое похожи, отличны от третьего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Ответы = конструкты — оси САМОГО респондента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Матрица элементы × конструкты → карта восприятия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насколько люди воспроизв…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Решётка — разведка (n=10–20)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85%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Квант по её осям на панели (n=300+) — доказательства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Пустые клетки карты = свободные позиции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На карте «ЕдаДома»: «широкая кухня» не коррелирует с выбором —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не доплачивайте за ассортимент. Свободна клетка «быстрая + заботится».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Мини-решётка на 5 элементов своего рынка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Модуль М7 — ИИ в аналитике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