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7 · УРОК 7.1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LLM в исследованиях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Разметка и синтетические респонденты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Кто должен писать кодбук — человек или модель?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«Синтетические респонденты выбрали вариант А». Запускаем?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Разметка open-ends — зрелое применение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κ ≥ 0,8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цель валидации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Кодбук человека: категории + определения + примеры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LLM-батчи: JSON, temperature ≈ 0, few-shot из кодбука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Слепая валидация: 5–10% руками, Cohen's κ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κ ≥ 0,7–0,8 — в отчёт; ниже — править кодбук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85%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надёжность синтетических респондентов против человека (Park et al.,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Чуть хуже, чем человек воспроизводит сам себя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Может: пилот анкет, гипотезы, стресс-тест сегментов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Не может: решения — смещение к «среднему» интернету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Синтетика — разведка; финал — реальные люди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62%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доля провалов text2SQL на реальных enterprise-запросах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Галлюцинируют колонки, ломаются на NULL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«Нейроаналитик» DataLens, ChatGPT Data Agent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Позиция: агент = junior с энциклопедией —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черновики да, методология и выводы — человек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Гигиена: пайплайн вместо чата (промпты в git, логи),
валидация встроена, персональные данные под политикой,
синтетика маркируется синтетикой.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Разметить 50 открытых ответов конвейером с κ-проверкой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Урок 7.2 — ИИ-фабрика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