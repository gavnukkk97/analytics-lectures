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1 · УРОК 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Маркетинг ×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Две главные цели и обмен ценностью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Какие ДВЕ главные цели маркетинга? (спойлер: привлечение и удержание)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Продукт нашёл «aha-момент». Что с ним делать маркетингу?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Маркетинг приводит.
Продукт удерживает.
Обман в любую сторону — деньги в топку.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Продукт кормит маркетинг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ценность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патроны маркетинга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Продуктовая аналитика находит ценность: кто, когда, зачем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Ценность формулируется для сегмента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Маркетинг транслирует её в креатив и оффер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Нечестный креатив = оплаченный churn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Конфликты целей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9167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9436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Конфликт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Суть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Чем мерить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Перф vs бренд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заказы сейчас vs узнаваемость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разные метрики и бюджеты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Выручка vs LTV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скидки растят заказы, портят маржу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LTV когорт, маржа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Рост vs качество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план по новым любой ценой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CAC по активированным, retention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Продукт vs маркетинг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«ваши юзеры ломают метрики»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сквозная аналитика (М4)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2,5×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лучше удерживаются юзеры с 3-м заказом за 2 недели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Это КОРРЕЛЯЦИЯ, не факт — проверять экспериментом (М5)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Оффер: каскад промокодов на 3 заказа, а не один большой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Креатив: «3 доставки, среднее время 22 минуты»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Прокси-метрика канала: % новичков с 3 заказами / 14 дней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Где быстро взять трафик?
Платный перформанс — мгновенно и дорого.
SEO, бренд, рефералы — медленно и дёшево. Стройте вторые, пока живут первые.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700 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CAC вырос с 350 — сигнал «слезать с иглы»?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LTV/CAC по когортам канала &lt; 1–3 — снижать долю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Тестировать связки креатив/аудитория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Реинвестировать в дешёвые каналы и в LTV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Кейс: ценность продукта → 3 гипотезы привлечения + 3 удержания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Модуль М2 — словарь метрик (урок 2.1)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