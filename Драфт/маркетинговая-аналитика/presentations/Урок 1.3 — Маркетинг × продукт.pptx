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Какие ДВЕ главные цели маркетинга? (спойлер: привлече…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Продукт нашёл «aha-момент». Что с ним делать маркетингу?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Маркетинг приводит.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Продукт удерживает.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Обман в любую сторону — деньги в топку.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Продукт кормит маркетинг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патроны маркетинга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ценность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Продуктовая аналитика находит ценность: кто, когда, з…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Ценность формулируется для сегмента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Маркетинг транслирует её в креатив и оффер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Нечестный креатив = оплаченный churn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500" b="0">
                <a:solidFill>
                  <a:srgbClr val="3A3A3A"/>
                </a:solidFill>
                <a:latin typeface="X5 Sans Medium"/>
              </a:rPr>
              <a:t>Конфликты целей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Конфликт · Суть · Чем мерить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Перф vs бренд  |  заказы сейчас vs узнаваемость  |  разные метрики и бюджеты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Выручка vs LTV  |  скидки растят заказы, портят маржу  |  LTV когорт, маржа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Рост vs качество  |  план по новым любой ценой  |  CAC по активированным, retention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Продукт vs маркетинг  |  «ваши юзеры ломают метрики»  |  сквозная аналитика (М4)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лучше удерживаются юзеры…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Это КОРРЕЛЯЦИЯ, не факт — проверять экспериментом (М5)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2,5×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Оффер: каскад промокодов на 3 заказа, а не один большой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Креатив: «3 доставки, среднее время 22 минуты»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Прокси-метрика канала: % новичков с 3 заказами / 14 дней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Где быстро взять трафик?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Платный перформанс — мгновенно и дорого.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SEO, бренд, рефералы — медленно и дёшево. Стройте вторые, пока живут первые.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CAC вырос с 350 — сигнал…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LTV/CAC по когортам канала &lt; 1–3 — снижать долю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700 ₽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Тестировать связки креатив/аудитория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Реинвестировать в дешёвые каналы и в LTV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Кейс: ценность продукта → 3 гипотезы привлечения + 3 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М2 — словарь метрик (урок 2.1)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