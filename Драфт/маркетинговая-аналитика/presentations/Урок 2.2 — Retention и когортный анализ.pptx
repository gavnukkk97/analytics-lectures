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2 · УРОК 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Retention и когортный анализ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Как понять, возвращаются ли пользователи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Что не так с фразой «у нас retention 40%»?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Медиана {1, 2, 3, 100} — быстро!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5–25×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привлечение дороже удержания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−5% оттока ≈ +25–95% прибыли (по отраслям)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Дешёвое привлечение при дырявом продукте — деньги в топку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CAC окупается только живыми пользователями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Когорта — группа, пришедшая в один период.
Строки — когорты, столбцы — возраст.
Сравнивать по возрасту, не по календарю.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Три вида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3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вида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Classic (N-day): активны ровно в период N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Unbounded (rolling): хотя бы раз до N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Bracket: активность в окне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Вид выбирает цикл спроса продукта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Unbounded в ~2–3 раза «оптимистичнее» — и это другая метрика, не улучшение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2,8×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завышение «retention» без вычета новичков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Формула: RR = (N(мес+1) − новички) / N(мес)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Не вычесть новичков = подмешать приток в удержание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На наших данных: 49% «retention» против честных 18%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Диагноз делают срезы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плато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ядро продукта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По каналам: retention когорт блогеров vs контекста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W1 ниже у блогеров, плато совпадает → вопрос к LTV/CAC, не к W1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Кривая падает к плато: плато = ядро продукта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Нет плато — чинить продукт, не маркетинг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Канал сравнивают по LTV его когорт,
а не по retention первой недели.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Посчитать 3 вида retention на своих данных (или на синтетике курса)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Урок 2.3 — LTV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