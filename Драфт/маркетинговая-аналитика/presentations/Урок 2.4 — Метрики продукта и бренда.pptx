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Что такое North Star Metric? Приведите пример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NPS = 30. Это много или мало?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NSM — одна метрика ценности для пользователя,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коррелирующая с деньгами. Без дерева драйверов — лозунг.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AARRR — карта владельцев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пиратские метрики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AARRR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Acquisition — маркетинг (CAC, визиты)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Activation — продукт+ (activation rate)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Retention — продукт (retention, DAU/MAU)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Referral — продукт+маркетинг (K-фактор)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Revenue — все (ARPU, LTV, маржа)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Activation rate — стык маркетинга и продукта: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знаменатель честного CAC и основа офферов.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NPS и CSI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9–10 минус 0–6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NPS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NPS: «порекомендуете 0–10?» → промоутеры (9–10) − кри…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Опережающий индикатор: word of mouth, устойчивость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CSAT — удовлетворённость касанием (после доставки/чата)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In-product — диагностика, панели — стратегия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Сравнивать можно только в одной методике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500" b="0">
                <a:solidFill>
                  <a:srgbClr val="3A3A3A"/>
                </a:solidFill>
                <a:latin typeface="X5 Sans Medium"/>
              </a:rPr>
              <a:t>Разбор «ЕдаДома»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17190720" cy="6949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 Medium"/>
              </a:rPr>
              <a:t>Метрика · Мы · Рынок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NPS  |  32  |  45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Activation rate  |  58%  |  —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Retention W4  |  22%  |  22%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Top-of-mind  |  3-е место в городе  |  —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Диагноз: продукт держит (retention в норме), страдают бренд и лояльность.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Но топ-причины «не рекомендую» — опоздания (34%) и холодная еда (21%):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сначала починить доставку, потом покупать бренд-кампанию.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Посчитать NPS с доверительным интервалом; собрать AAR…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Модуль М3 — каналы привлечения и UTM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