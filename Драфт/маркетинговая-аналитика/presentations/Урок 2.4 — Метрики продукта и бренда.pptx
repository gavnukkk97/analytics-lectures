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2 · УРОК 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Метрики продукта и бренда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North Star, AARRR и NPS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Что такое North Star Metric? Приведите пример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NPS = 30. Это много или мало?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NSM — одна метрика ценности для пользователя,
коррелирующая с деньгами. Без дерева драйверов — лозунг.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AARRR — карта владельцев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AARRR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пиратские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Acquisition — маркетинг (CAC, визиты)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Activation — продукт+ (activation rate)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Retention — продукт (retention, DAU/MAU)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Referral — продукт+маркетинг (K-фактор)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Revenue — все (ARPU, LTV, маржа)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Activation rate — стык маркетинга и продукта:
знаменатель честного CAC и основа офферов.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NPS и CSI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NPS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9–10 минус 0–6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NPS: «порекомендуете 0–10?» → промоутеры (9–10) − критики (0–6)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Опережающий индикатор: word of mouth, устойчивость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CSAT — удовлетворённость касанием (после доставки/чата)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In-product — диагностика, панели — стратегия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Сравнивать можно только в одной методике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Разбор «ЕдаДома»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9436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Мы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Рынок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NPS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Activation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Retention W4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Top-of-mind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3-е место в городе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Диагноз: продукт держит (retention в норме), страдают бренд и лояльность.
Но топ-причины «не рекомендую» — опоздания (34%) и холодная еда (21%):
сначала починить доставку, потом покупать бренд-кампанию.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Посчитать NPS с доверительным интервалом; собрать AARRR своего продукта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Модуль М3 — каналы привлечения и UTM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