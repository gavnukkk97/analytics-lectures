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Что такое «размеченные данные» простыми словами?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Модель отдала бренду 3% вклада. Резать бюджет?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ML-атрибуция: веса не задаются правилом,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а восстанавливаются из данных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по влиянию касаний на вероятность конверсии.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Размеченные данные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метка из CRM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0/1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Пользователь → конверсия 0/1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Касания: показы и клики из кабинетов (включая view-th…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Поведение: страницы, устройства, время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Метка конверсии — из CRM (мэтчинг покупок)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вклад касания = вероятно…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P с бренд-касанием 0,081 vs без 0,078 → вклад ≈ 0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ΔP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P без медийки 0,049 → вклад 0,032 — медийка подняла шансы в разы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Last-click отдал бы всё бренду, медийке — ноль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Кейс vc.ru: перераспределение на небренд → рост клиентов при том же бюджете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Что чинит модель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прорыва vs last-click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6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Кросс-девайс: сшитые профили + устройства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View-through: показы — полноценные касания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Запоздалые конверсии: вся история с временами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Перехват брендом: вклад «с/без» обнуляет мнимый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Граница доверия: модель корреляционна.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«Что станет с выручкой, если отключить канал»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только эксперимент (гео-тест, 5.3).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У Купера прямо: ML не умеет what-if.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Мини-модель на своих цепочках (или помочь Data-команде)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М5 — эффективность без А/Б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