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FA3C4"/>
                </a:solidFill>
                <a:latin typeface="Arial"/>
              </a:rPr>
              <a:t>МОДУЛЬ 6 · УРОК 6.1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1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Многоканальный хаос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Когда 7 команд пушат одного человека</a:t>
            </a:r>
          </a:p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Кирилл Садчиков · маркетинговая аналитика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Arial"/>
              </a:rPr>
              <a:t>Как прошла неделя?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Сколько касаний в неделю получает ваш средний пользователь? А топ-10%?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Кто в компании видит ВСЕ коммуникации?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/>
            </a:r>
          </a:p>
          <a:p>
            <a:pPr algn="l"/>
            <a:r>
              <a:rPr sz="1800" b="0">
                <a:solidFill>
                  <a:srgbClr val="6B7280"/>
                </a:solidFill>
                <a:latin typeface="Arial"/>
              </a:rPr>
              <a:t>Что запомнили с прошлого урока? Что хотели бы проверить у себя на работе?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Каждый канал «работает».
Пользователь получает 9 касаний в неделю и отписывается от всего.
Локальные оптимумы против глобального.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Решение: CRM-хаб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E8590C"/>
                </a:solidFill>
                <a:latin typeface="Arial"/>
              </a:rPr>
              <a:t>1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Arial"/>
              </a:rPr>
              <a:t>контур всех коммуникаций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737360"/>
            <a:ext cx="7159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Единый профиль: сегменты, усталость, касания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Суммарный кап: 5 касаний/нед на юзера, не по каналам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Скоринг сообщений: срочность × ценность × право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Владелец правил + глобальные метрики в бонусах команд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>
                <a:solidFill>
                  <a:srgbClr val="E8590C"/>
                </a:solidFill>
                <a:latin typeface="Arial"/>
              </a:rPr>
              <a:t>4,1% → 1,1%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Arial"/>
              </a:rPr>
              <a:t>CTR пушей: 1–3 касания/нед против 8+ (усталость)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173736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Отписки у перегретых ×2,7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После капа 5/нед: отклик не упал, отписки −22%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Retention W8 +0,8 п.п.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Хаос стоил денег, а не «приносил рост»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Самый недооценённый тест CRM —
holdout полной тишины: 1–3% юзеров без ВСЕХ коммуникаций.
Если разницы нет — вы платите за отток.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Что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10916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Посчитать кривую отклик × частота своих каналов</a:t>
            </a:r>
          </a:p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Урок 6.2 — конкуренты и репертуарные решётки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A3C4"/>
                </a:solidFill>
                <a:latin typeface="Arial"/>
              </a:rPr>
              <a:t>Курс «Маркетинговая аналитика» · драфт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