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Сколько касаний в неделю получает ваш средний пользов…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Кто в компании видит ВСЕ коммуникации?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Каждый канал «работает».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Пользователь получает 9 касаний в неделю и отписывается от всего.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Локальные оптимумы против глобального.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Решение: CRM-хаб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контур всех коммуникаций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4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Единый профиль: сегменты, усталость, касания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Суммарный кап: 5 касаний/нед на юзера, не по каналам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Скоринг сообщений: срочность × ценность × право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Владелец правил + глобальные метрики в бонусах команд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CTR пушей: 1–3 касания/н…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Отписки у перегретых ×2,7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4,1% → 1,1%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После капа 5/нед: отклик не упал, отписки −22%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Retention W8 +0,8 п.п.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Хаос стоил денег, а не «приносил рост»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Самый недооценённый тест CRM —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holdout полной тишины: 1–3% юзеров без ВСЕХ коммуникаций.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Если разницы нет — вы платите за отток.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Посчитать кривую отклик × частота своих каналов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6.2 — конкуренты и репертуарные решётки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