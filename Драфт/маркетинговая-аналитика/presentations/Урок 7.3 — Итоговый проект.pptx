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69" r:id="rId14"/>
    <p:sldId id="270" r:id="rId15"/>
    <p:sldId id="271" r:id="rId16"/>
    <p:sldId id="272" r:id="rId17"/>
    <p:sldId id="273" r:id="rId18"/>
    <p:sldId id="274" r:id="rId19"/>
  </p:sldIdLst>
  <p:sldSz cx="18288000" cy="10287000"/>
  <p:notesSz cx="6858000" cy="9144000"/>
  <p:embeddedFontLst>
    <p:embeddedFont>
      <p:font typeface="X5 Sans" panose="020B0403020203020204" pitchFamily="34" charset="0"/>
      <p:regular r:id="rId40"/>
      <p:bold r:id="rId41"/>
    </p:embeddedFont>
    <p:embeddedFont>
      <p:font typeface="X5 Sans Medium" panose="020B0403020203020204" pitchFamily="34" charset="0"/>
      <p:regular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ADE"/>
    <a:srgbClr val="C4C5C6"/>
    <a:srgbClr val="E6E7E9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01"/>
  </p:normalViewPr>
  <p:slideViewPr>
    <p:cSldViewPr snapToGrid="0">
      <p:cViewPr varScale="1">
        <p:scale>
          <a:sx n="73" d="100"/>
          <a:sy n="73" d="100"/>
        </p:scale>
        <p:origin x="51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F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Заголовок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две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строки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3718"/>
              </a:lnSpc>
              <a:buNone/>
              <a:defRPr sz="36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Пояснение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основной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мысли</a:t>
            </a:r>
            <a:endParaRPr sz="36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9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 и список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 темы вместе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со структурированными тезисами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Текстовый блок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можно подробно раскрыть тему, дать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контекст или объяснить логику решения.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Текстовый блок поддерживает несколько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небольших абзацев и помогает подготовить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читателя к тезисам в соседней колонке</a:t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Ключевые пункты</a:t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457200" indent="-457200" algn="l">
              <a:lnSpc>
                <a:spcPct val="96154"/>
              </a:lnSpc>
              <a:buFont typeface="+mj-lt"/>
              <a:buAutoNum type="arabicPeriod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Нумерованный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marL="342900" indent="-342900" algn="l">
              <a:lnSpc>
                <a:spcPct val="96154"/>
              </a:lnSpc>
              <a:buFont typeface="Arial" panose="020B0604020202020204" pitchFamily="34" charset="0"/>
              <a:buChar char="•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Маркированный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9717BA5A-DB76-2947-8980-397B0219845D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10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20920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Важное число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Крупное число привлекает внимание к главному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результату, а краткое пояснение раскрывает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его значение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042"/>
              </a:lnSpc>
              <a:buNone/>
              <a:def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132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100 500 000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можно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написать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краткое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: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что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означает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показатель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algn="l">
              <a:lnSpc>
                <a:spcPct val="95238"/>
              </a:lnSpc>
              <a:buNone/>
              <a:defRPr sz="315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за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какой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период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он</a:t>
            </a:r>
            <a:r>
              <a:rPr sz="315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315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рассчитан</a:t>
            </a:r>
            <a:endParaRPr sz="315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7E366F20-A8E6-B048-AFEC-96231A2D35E4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11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103343063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Как прошла неделя?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Что запомнили?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Проговорите свой последний аналитический вывод: что в…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Вопрос: «Масштабировать ли офисные заказы B2B?».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Датасеты: заказы и когорты, пилот в 2 городах,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300 open-ends, решётка 10 респондентов.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500" b="0">
                <a:solidFill>
                  <a:srgbClr val="3A3A3A"/>
                </a:solidFill>
                <a:latin typeface="X5 Sans Medium"/>
              </a:rPr>
              <a:t>Этапы капстоуна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Этап · Инструменты · Зачёт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1. Постановка  |  три теста, метрики (М1)  |  решения до анализа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2. Когорты и LTV  |  3 вида retention, LTV (М2)  |  числа + допущения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3. Оценка пилота  |  DiD по гео, порог RDD (М5)  |  инкремент, не выручка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4. Восприятие  |  разметка + κ, решётка (М6–7)  |  цитаты, границы синтетики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5. Отчёт  |  формат фабрики (7.2)  |  «не доказано» на месте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проходной балл / «отличн…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Штрафы: вывод без допущений −5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70 / 85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средние вместо когорт −10</a:t>
            </a:r>
          </a:p>
          <a:p>
            <a:r>
              <a:rPr sz="2800" b="0">
                <a:solidFill>
                  <a:srgbClr val="3A3A3A"/>
                </a:solidFill>
                <a:latin typeface="X5 Sans"/>
              </a:rPr>
              <a:t>«выручка выросла» как успех промо −15</a:t>
            </a:r>
          </a:p>
          <a:p>
            <a:r>
              <a:rPr sz="2800" b="0">
                <a:solidFill>
                  <a:srgbClr val="3A3A3A"/>
                </a:solidFill>
                <a:latin typeface="X5 Sans"/>
              </a:rPr>
              <a:t>синтетика как факт −10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Капстоун проверяет главное: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умеете ли вы сами выбрать метрику под цель,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метод под данные — и довести до решения.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Что дальше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Домашнее задание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Выполнить капстоун на датасете курса (финальный блок)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Финал курса: практики и датасет — последним блоком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1212</Words>
  <Application>Microsoft Macintosh PowerPoint</Application>
  <DocSecurity>0</DocSecurity>
  <PresentationFormat>Произвольный</PresentationFormat>
  <Paragraphs>455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Calibri</vt:lpstr>
      <vt:lpstr>X5 Sans</vt:lpstr>
      <vt:lpstr>Arial</vt:lpstr>
      <vt:lpstr>X5 Sans Medium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Valer.Morozova</cp:lastModifiedBy>
  <cp:revision>59</cp:revision>
  <dcterms:created xsi:type="dcterms:W3CDTF">2026-10-02T18:21:13Z</dcterms:created>
  <dcterms:modified xsi:type="dcterms:W3CDTF">2026-10-05T10:12:24Z</dcterms:modified>
</cp:coreProperties>
</file>