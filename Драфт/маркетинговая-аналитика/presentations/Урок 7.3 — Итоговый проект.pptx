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FA3C4"/>
                </a:solidFill>
                <a:latin typeface="Arial"/>
              </a:rPr>
              <a:t>МОДУЛЬ 7 · УРОК 7.3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167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Итоговый проект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9496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Мини-исследование рынка за 4 часа</a:t>
            </a:r>
          </a:p>
          <a:p>
            <a:pPr algn="l"/>
            <a:r>
              <a:rPr sz="1600" b="0">
                <a:solidFill>
                  <a:srgbClr val="AEB9CE"/>
                </a:solidFill>
                <a:latin typeface="Arial"/>
              </a:rPr>
              <a:t>Кирилл Садчиков · маркетинговая аналитика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A44"/>
                </a:solidFill>
                <a:latin typeface="Arial"/>
              </a:rPr>
              <a:t>Как прошла неделя?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Arial"/>
              </a:rPr>
              <a:t>Проговорите свой последний аналитический вывод: что в нём НЕ доказано?</a:t>
            </a:r>
          </a:p>
          <a:p>
            <a:pPr algn="l"/>
            <a:r>
              <a:rPr sz="1000" b="0">
                <a:solidFill>
                  <a:srgbClr val="6B7280"/>
                </a:solidFill>
                <a:latin typeface="Arial"/>
              </a:rPr>
              <a:t/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Что запомнили с прошлого урока? Что хотели бы проверить у себя на работе?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Вопрос: «Масштабировать ли офисные заказы B2B?».
Датасеты: заказы и когорты, пилот в 2 городах,
300 open-ends, решётка 10 респондентов.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Arial"/>
              </a:rPr>
              <a:t>Этапы капстоуна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11091672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7224"/>
                <a:gridCol w="3697224"/>
                <a:gridCol w="3697224"/>
              </a:tblGrid>
              <a:tr h="57912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Этап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Инструменты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Зачёт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1. Постановка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три теста, метрики (М1)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решения до анализа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2. Когорты и LTV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 вида retention, LTV (М2)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числа + допущения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3. Оценка пилота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DiD по гео, порог RDD (М5)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инкремент, не выручка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4. Восприятие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разметка + κ, решётка (М6–7)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цитаты, границы синтетики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5. Отчёт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формат фабрики (7.2)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33333"/>
                          </a:solidFill>
                        </a:rPr>
                        <a:t>«не доказано» на месте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4754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>
                <a:solidFill>
                  <a:srgbClr val="E8590C"/>
                </a:solidFill>
                <a:latin typeface="Arial"/>
              </a:rPr>
              <a:t>70 / 85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93192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2A44"/>
                </a:solidFill>
                <a:latin typeface="Arial"/>
              </a:rPr>
              <a:t>проходной балл / «отлично» из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0" y="1737360"/>
            <a:ext cx="5760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Штрафы: вывод без допущений −5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средние вместо когорт −10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«выручка выросла» как успех промо −15</a:t>
            </a:r>
          </a:p>
          <a:p>
            <a:pPr algn="l"/>
            <a:r>
              <a:rPr sz="1700" b="0">
                <a:solidFill>
                  <a:srgbClr val="333333"/>
                </a:solidFill>
                <a:latin typeface="Arial"/>
              </a:rPr>
              <a:t>синтетика как факт −10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1672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2A44"/>
                </a:solidFill>
                <a:latin typeface="Arial"/>
              </a:rPr>
              <a:t>Капстоун проверяет главное:
умеете ли вы сами выбрать метрику под цель,
метод под данные — и довести до решения.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Что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65176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Выполнить капстоун на датасете курса (финальный блок)</a:t>
            </a:r>
          </a:p>
          <a:p>
            <a:pPr algn="l"/>
            <a:r>
              <a:rPr sz="2000" b="0">
                <a:solidFill>
                  <a:srgbClr val="D9E1EF"/>
                </a:solidFill>
                <a:latin typeface="Arial"/>
              </a:rPr>
              <a:t>→ Финал курса: практики и датасет — последним блоком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A3C4"/>
                </a:solidFill>
                <a:latin typeface="Arial"/>
              </a:rPr>
              <a:t>Курс «Маркетинговая аналитика» · драфт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