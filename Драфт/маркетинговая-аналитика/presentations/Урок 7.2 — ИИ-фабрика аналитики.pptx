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7 · УРОК 7.2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ИИ-фабрика аналитики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Конвейер из агентов по мотивам XTracker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Что делает фабрика, чего не делает чат с LLM?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Где в конвейере обязан стоять человек?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XTracker: «задача входит — MR выходит».
Ни одной улики без цитаты из источника.
Человек открывает MR, автомерж выключен.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Семь ролей фабрики аналитики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6007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Роль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Вход → выход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Контроль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1. Исследователь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запрос → постановка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человек утверждает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2. Сборщик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постановка → датасет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схемы, свежесть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3. Разметчик (LLM)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open-ends → категории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κ-валидация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4. Синтетик (LLM)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сегменты → персоны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маркировка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5. Модельер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данные → расчёты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автотесты формул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6. Визуализатор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результаты → отчёт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фактчек чисел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7. Ревьюер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черновик → вердикт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приёмщик — человек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Стек: опрос → разметка → дашборд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1 день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вместо двух недель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Яндекс Формы → n8n / Cloud Functions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YandexGPT в контуре: разметка, выход JSON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Таблица (YDB/ClickHouse) → DataLens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Промпты и кодбуки — в git, κ — на дашборде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Не отдавать фабрике: методологию,
финальные выводы, решения с деньгами.
Узкие роли с контрактами — управляемость.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Схема фабрики для своей регулярной задачи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7.3 — итоговый 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