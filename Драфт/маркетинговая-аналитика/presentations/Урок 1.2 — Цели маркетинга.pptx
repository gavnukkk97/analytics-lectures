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Назовите 4 цели маркетинга. Своими словами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Чем реактивация отличается от удержания?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400" b="0">
                <a:solidFill>
                  <a:srgbClr val="3A3A3A"/>
                </a:solidFill>
                <a:latin typeface="X5 Sans Medium"/>
              </a:rPr>
              <a:t>Четыре цели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Цель · Метрики · Горизонт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Привлечение  |  CAC, CPC/CPA, конверсия  |  дни–недели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Активация  |  activation rate, время до 1-го заказа  |  первая неделя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Удержание / реактивация  |  retention, churn, LTV  |  месяцы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Бренд  |  воронка узнаваемости, top-of-mind, NPS  |  кварталы–годы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Скачал приложение ≠ клиент.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CAC считаем по первым заказам, не по установкам.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Бренд-воронка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главный приз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top-of-mind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Знают марку (aided recall — по списку)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Вспоминают сами (spontaneous)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Называют первыми (top-of-mind)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Рассматривают → покупают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Измеряется опросами и трекингом, не логами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700" b="0">
                <a:solidFill>
                  <a:srgbClr val="3A3A3A"/>
                </a:solidFill>
                <a:latin typeface="X5 Sans Medium"/>
              </a:rPr>
              <a:t>Активация — отдельная цель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момент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aha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Привести и «включить» — разные работы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Неактивированный юзер: в знаменателе CAC, но его нет 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Активация — стык маркетинга и продукта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У каждой кампании — своя метрика успеха.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Смешение целей в одном отчёте = вечный спор «работает/не работает».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200" b="0">
                <a:solidFill>
                  <a:srgbClr val="3A3A3A"/>
                </a:solidFill>
                <a:latin typeface="X5 Sans Medium"/>
              </a:rPr>
              <a:t>Кампания → цель → метрика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Кампания · Цель · Метрика успеха / ловушка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Контекст «доставка еды»  |  привлечение  |  CAC по 1-м заказам / охват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Письмо «как заказать»  |  активация  |  % 1-х заказов за 7 дней / открытия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Пуш «любимая ролловая»  |  реактивация  |  повторные заказы / CTR пуша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Блогер-кулинар  |  бренд+  |  брендовые запросы, LTV когорты / CPC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Разложить 5 реальных кампаний по целям: метрика успех…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1.3 — маркетинг × продукт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