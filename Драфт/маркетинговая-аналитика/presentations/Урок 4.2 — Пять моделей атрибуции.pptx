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4 · УРОК 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Пять моделей атрибуции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Почему их много и как меняются выводы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Пользователь: медийка → контекст → письмо → бренд-поиск → покупка.
Кому засчитать заказ?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Пять моделей: A → B → C → конверсия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916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5791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Модель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Смещение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First-click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хвалит верх воронки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Last-click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хвалит перехватчиков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Linear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все равны — демократия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Time-decay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0,15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0,30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затухание с потолка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U-shaped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0,4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0,2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0,4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фиксированные веса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34% → 8%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доля бренд-контекста: last-click против first-click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Он закрывает, а не открывает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Медийка: last 4% vs first 28% — главный открыватель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Резать открывателей по last-click → CAC растёт через квартал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Расхождения моделей = диагностика роли канала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«Почему моделей так много — не смогли определиться?»
Не смогли: правильной не существует.
Каждая модель — допущение под конкретный вопрос.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Как жить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2–3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модели рядом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Вопрос «кто открывает» → first/U-shaped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Вопрос «кто закрывает» → last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Держите 2–3 модели рядом, смотрите расхождения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Атрибуция отвечает «что было», не «что, если»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Директ считает по своим правилам, вы — по своим.
Цифры не сойдутся никогда — и это нормально.
Подписывайте методику в отчёте.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Посчитать свою топ-кампанию в 3 моделях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Урок 4.3 — ML-атрибуция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